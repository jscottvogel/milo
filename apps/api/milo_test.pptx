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Milo Capability Test — PPTX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Email Read: ✅ Live</a:t>
            </a:r>
          </a:p>
          <a:p>
            <a:pPr lvl="0"/>
            <a:r>
              <a:rPr/>
              <a:t>Email Send: ✅ Live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Document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PDF: ✅ Testing</a:t>
            </a:r>
          </a:p>
          <a:p>
            <a:pPr lvl="0"/>
            <a:r>
              <a:rPr/>
              <a:t>DOCX: ✅ Testing</a:t>
            </a:r>
          </a:p>
          <a:p>
            <a:pPr lvl="0"/>
            <a:r>
              <a:rPr/>
              <a:t>PPTX: ✅ Testing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2026-05-08T04:40:08Z</dcterms:created>
  <dcterms:modified xsi:type="dcterms:W3CDTF">2026-05-08T04:40:08Z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