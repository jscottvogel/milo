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Milo Capability Report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Validating document generation capabilities.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Formats Tested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PDF</a:t>
            </a:r>
          </a:p>
          <a:p>
            <a:pPr lvl="0"/>
            <a:r>
              <a:rPr/>
              <a:t>DOCX</a:t>
            </a:r>
          </a:p>
          <a:p>
            <a:pPr lvl="0"/>
            <a:r>
              <a:rPr/>
              <a:t>PPTX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Generated by Milo during capability check.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2026-05-08T04:50:10Z</dcterms:created>
  <dcterms:modified xsi:type="dcterms:W3CDTF">2026-05-08T04:50:10Z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